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F55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A3F55"/>
                </a:solidFill>
                <a:latin typeface="Calibri"/>
              </a:rPr>
              <a:t>Total 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Skincare</c:v>
                </c:pt>
                <c:pt idx="1">
                  <c:v>Haircare</c:v>
                </c:pt>
                <c:pt idx="2">
                  <c:v>Cosmetics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241628.16</c:v>
                </c:pt>
                <c:pt idx="1">
                  <c:v>174455.39</c:v>
                </c:pt>
                <c:pt idx="2">
                  <c:v>161521.26999999999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9-43F3-BF99-5F1DDABB0A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F5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A3F55"/>
                </a:solidFill>
                <a:latin typeface="Calibri"/>
              </a:rPr>
              <a:t>Avg. Unit Gross Profit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Unit Gross Profit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5C-4EF5-B78F-47D04497953E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5C-4EF5-B78F-47D04497953E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5C-4EF5-B78F-47D04497953E}"/>
              </c:ext>
            </c:extLst>
          </c:dPt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Skincare</c:v>
                </c:pt>
                <c:pt idx="2">
                  <c:v>Haircare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14.31</c:v>
                </c:pt>
                <c:pt idx="1">
                  <c:v>-1.73</c:v>
                </c:pt>
                <c:pt idx="2">
                  <c:v>-2.44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5C-4EF5-B78F-47D0449795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F5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A3F55"/>
                </a:solidFill>
                <a:latin typeface="Calibri"/>
              </a:rPr>
              <a:t>Avg. Defect Rate by Supplier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1</c:v>
                </c:pt>
                <c:pt idx="1">
                  <c:v>Supplier 4</c:v>
                </c:pt>
                <c:pt idx="2">
                  <c:v>Supplier 2</c:v>
                </c:pt>
                <c:pt idx="3">
                  <c:v>Supplier 3</c:v>
                </c:pt>
                <c:pt idx="4">
                  <c:v>Supplier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2.34</c:v>
                </c:pt>
                <c:pt idx="2">
                  <c:v>2.36</c:v>
                </c:pt>
                <c:pt idx="3">
                  <c:v>2.4700000000000002</c:v>
                </c:pt>
                <c:pt idx="4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C-4C7E-86C4-427895C19C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F55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A3F55"/>
                </a:solidFill>
                <a:latin typeface="Calibri"/>
              </a:rPr>
              <a:t>Avg. Manufacturing Lead Time by Supplier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(days)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1</c:v>
                </c:pt>
                <c:pt idx="1">
                  <c:v>Supplier 3</c:v>
                </c:pt>
                <c:pt idx="2">
                  <c:v>Supplier 4</c:v>
                </c:pt>
                <c:pt idx="3">
                  <c:v>Supplier 2</c:v>
                </c:pt>
                <c:pt idx="4">
                  <c:v>Supplier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12.6</c:v>
                </c:pt>
                <c:pt idx="1">
                  <c:v>14.9</c:v>
                </c:pt>
                <c:pt idx="2">
                  <c:v>15.3</c:v>
                </c:pt>
                <c:pt idx="3">
                  <c:v>15.6</c:v>
                </c:pt>
                <c:pt idx="4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2-4263-8EE1-2D6DB2A543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22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821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1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ANALYTICS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7864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100 SKUs of Skincare, Haircare &amp; Cosmetics Data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Cost, Quality &amp; Revenue Decisions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395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Python (Pandas, NumPy, Matplotlib)  ·  Tushar Saini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8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analyzed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457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$577.6K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5028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57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028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sold at a loss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57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5028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604336"/>
            <a:ext cx="9509760" cy="0"/>
          </a:xfrm>
          <a:prstGeom prst="line">
            <a:avLst/>
          </a:prstGeom>
          <a:noFill/>
          <a:ln w="9525">
            <a:solidFill>
              <a:srgbClr val="3840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714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7009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Cleaning  →  KPI Creation  →  EDA  →  Insights  →  Recommendations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 Leads Revenue — Cosmetics Leads on Revenue per SKU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100 SKUs: $577,604.82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508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41.8%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0756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is Skincare (40 SKUs)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514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1A1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$6,212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081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Cosmetics SKU — highest of the three, despite only 26 SKUs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A3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$5,131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087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Haircare SKU, for comparison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526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SKU51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5093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single performer — Haircare, $9,866.47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5532120"/>
            <a:ext cx="4754880" cy="105156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86600" y="56235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the largest revenue contributor, while Cosmetics generates the highest revenue per SKU. This suggests Cosmetics may have room for further focus, subject to demand and profitability.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Half of All SKUs Lose Money on Every Unit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Gross Profit = Selling Price − Manufacturing Cost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1A1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SKUs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SKUs — cost exceeds price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3072384" cy="411480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9" name="Shape 7"/>
          <p:cNvSpPr/>
          <p:nvPr/>
        </p:nvSpPr>
        <p:spPr>
          <a:xfrm>
            <a:off x="3529584" y="4251960"/>
            <a:ext cx="2414016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5196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42519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5029200" cy="123444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performer: </a:t>
            </a: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SKU23 (Cosmetics), −$94.29/unit  (price $4.32 vs. mfg. cost $98.61)
</a:t>
            </a:r>
            <a:r>
              <a:rPr lang="en-US" sz="1150" b="1" dirty="0">
                <a:solidFill>
                  <a:srgbClr val="21A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performer: </a:t>
            </a: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SKU14 (Skincare), +$93.38/unit</a:t>
            </a:r>
            <a:endParaRPr lang="en-US" sz="11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035040" y="141732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1 Outperforms on Both Quality and Speed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is the highest defect rate and longest lead time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760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26480" y="1371600"/>
          <a:ext cx="5669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349240"/>
            <a:ext cx="11430000" cy="9144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94360" y="546811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vs. Supplier 5:  </a:t>
            </a: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fewer defects (1.80% vs. 2.67%) and ~23% faster turnaround (12.6 vs. 16.3 days). Haircare carries the longest category lead time (17.1 days) — worth a closer look given it's also the second-largest revenue category.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1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With These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pricing and cost structure of 44 loss-making SKUs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156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whether the issue comes from pricing, manufacturing cost, or product economics → then reprice, renegotiate, or discontinue.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365760" cy="36576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157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increasing allocation to Supplier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952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cost, capacity and service-level constraints before shifting volume.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2277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Supplier 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51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defects and long lead times before making allocation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365760" cy="36576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978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expanding Cosmetics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74420" y="54909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has the highest revenue per SKU and positive average unit gross profit. Validate demand and capacity before expanding its share.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508760"/>
            <a:ext cx="3520440" cy="1600200"/>
          </a:xfrm>
          <a:prstGeom prst="rect">
            <a:avLst/>
          </a:prstGeom>
          <a:solidFill>
            <a:srgbClr val="1821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15544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 &amp; profitability analysis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category analysis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 framing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520440" cy="1417320"/>
          </a:xfrm>
          <a:prstGeom prst="rect">
            <a:avLst/>
          </a:prstGeom>
          <a:solidFill>
            <a:srgbClr val="18215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BEYOND EDA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43900" y="43662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descriptive, not predictive. Natural extension: demand forecasting on time-series data, and an optimization layer for supplier/inventory allocation.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github.com/TusharSaini300/Supply-Chain-Performance-Analytics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511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Tushar Saini</cp:lastModifiedBy>
  <cp:revision>4</cp:revision>
  <dcterms:created xsi:type="dcterms:W3CDTF">2026-08-28T12:40:46Z</dcterms:created>
  <dcterms:modified xsi:type="dcterms:W3CDTF">2026-08-28T12:56:00Z</dcterms:modified>
</cp:coreProperties>
</file>